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1fb611dcb2e4674" /><Relationship Type="http://schemas.openxmlformats.org/officeDocument/2006/relationships/extended-properties" Target="/docProps/app.xml" Id="Rf2fe5bc29e1e4bce" /><Relationship Type="http://schemas.openxmlformats.org/officeDocument/2006/relationships/officeDocument" Target="/ppt/presentation.xml" Id="R3c31a524d9f44e7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75b93038afd4791"/>
  </p:sldMasterIdLst>
  <p:notesMasterIdLst>
    <p:notesMasterId xmlns:r="http://schemas.openxmlformats.org/officeDocument/2006/relationships" r:id="Rf8f7a6afb1cb48bc"/>
  </p:notesMasterIdLst>
  <p:sldIdLst>
    <p:sldId xmlns:r="http://schemas.openxmlformats.org/officeDocument/2006/relationships" id="256" r:id="R2e42a677cb4e451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f8726c5e5534f00" /><Relationship Type="http://schemas.openxmlformats.org/officeDocument/2006/relationships/slideMaster" Target="/ppt/slideMasters/slideMaster1.xml" Id="R675b93038afd4791" /><Relationship Type="http://schemas.openxmlformats.org/officeDocument/2006/relationships/notesMaster" Target="/ppt/notesMasters/notesMaster1.xml" Id="Rf8f7a6afb1cb48bc" /><Relationship Type="http://schemas.openxmlformats.org/officeDocument/2006/relationships/presProps" Target="/ppt/presProps.xml" Id="Rb42e1a3a9bf8439b" /><Relationship Type="http://schemas.openxmlformats.org/officeDocument/2006/relationships/viewProps" Target="/ppt/viewProps.xml" Id="Rbd65ec4955dd48e1" /><Relationship Type="http://schemas.openxmlformats.org/officeDocument/2006/relationships/tableStyles" Target="/ppt/tableStyles.xml" Id="R8163ba19ae164db2" /><Relationship Type="http://schemas.openxmlformats.org/officeDocument/2006/relationships/slide" Target="/ppt/slides/slide1.xml" Id="R2e42a677cb4e451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6469a8724924a6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d6856bc1e334477" /><Relationship Type="http://schemas.openxmlformats.org/officeDocument/2006/relationships/notesMaster" Target="/ppt/notesMasters/notesMaster1.xml" Id="R489af5dc818b43f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f0364acb7f44f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7698f7645104483" /><Relationship Type="http://schemas.openxmlformats.org/officeDocument/2006/relationships/slideLayout" Target="/ppt/slideLayouts/slideLayout1.xml" Id="Raf04796a07224e9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f04796a07224e9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2b30bd6250445e" /><Relationship Type="http://schemas.openxmlformats.org/officeDocument/2006/relationships/notesSlide" Target="/ppt/notesSlides/notesSlide1.xml" Id="R6d7ed04306954fd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9D72EF-16F5-48D3-AE6B-E25CF8340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C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2DF915-DC08-4DB2-9D35-765193C49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9525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3150" b="0">
                <a:solidFill>
                  <a:srgbClr val="FFFDF8"/>
                </a:solidFill>
                <a:latin typeface="Aptos"/>
                <a:ea typeface="Aptos"/>
                <a:cs typeface="Aptos"/>
              </a:rPr>
              <a:t>研究生文献检索工作坊</a:t>
            </a:r>
          </a:p>
        </p:txBody>
      </p:sp>
    </p:spTree>
    <p:extLst>
      <p:ext uri="{BB962C8B-B14F-4D97-AF65-F5344CB8AC3E}">
        <p14:creationId xmlns:p14="http://schemas.microsoft.com/office/powerpoint/2010/main" val="7875287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2026-10-09T07:59:14.8930000Z</dcterms:created>
  <dcterms:modified xsi:type="dcterms:W3CDTF">2026-10-09T07:59:14.8930000Z</dcterms:modified>
</coreProperties>
</file>